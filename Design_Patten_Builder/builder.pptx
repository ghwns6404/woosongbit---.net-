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361C-5468-4075-AAA6-189C0C38631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10B62-A318-4285-81DC-AAB6DE355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832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361C-5468-4075-AAA6-189C0C38631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10B62-A318-4285-81DC-AAB6DE355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66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361C-5468-4075-AAA6-189C0C38631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10B62-A318-4285-81DC-AAB6DE355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47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361C-5468-4075-AAA6-189C0C38631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10B62-A318-4285-81DC-AAB6DE355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549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361C-5468-4075-AAA6-189C0C38631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10B62-A318-4285-81DC-AAB6DE355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94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361C-5468-4075-AAA6-189C0C38631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10B62-A318-4285-81DC-AAB6DE355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19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361C-5468-4075-AAA6-189C0C38631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10B62-A318-4285-81DC-AAB6DE355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112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361C-5468-4075-AAA6-189C0C38631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10B62-A318-4285-81DC-AAB6DE355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965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361C-5468-4075-AAA6-189C0C38631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10B62-A318-4285-81DC-AAB6DE355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485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361C-5468-4075-AAA6-189C0C38631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10B62-A318-4285-81DC-AAB6DE355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54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361C-5468-4075-AAA6-189C0C38631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10B62-A318-4285-81DC-AAB6DE355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704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361C-5468-4075-AAA6-189C0C386315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10B62-A318-4285-81DC-AAB6DE355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77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5908647" y="4706217"/>
            <a:ext cx="1694576" cy="453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age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908647" y="5159222"/>
            <a:ext cx="1694576" cy="453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name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908647" y="5612227"/>
            <a:ext cx="1694576" cy="453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id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816367" y="4479714"/>
            <a:ext cx="1275127" cy="3020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Member()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6301531" y="1057011"/>
            <a:ext cx="1694576" cy="453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age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6301531" y="2223080"/>
            <a:ext cx="1694576" cy="453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name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6301531" y="3389149"/>
            <a:ext cx="1694576" cy="453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id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5890470" y="755007"/>
            <a:ext cx="1793846" cy="3020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CreateAge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5890470" y="1996578"/>
            <a:ext cx="1793846" cy="3020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CreateName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5816367" y="3238146"/>
            <a:ext cx="1793846" cy="3020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CreateId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5335398" y="1057011"/>
            <a:ext cx="480969" cy="939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H="1">
            <a:off x="5335398" y="2130799"/>
            <a:ext cx="508933" cy="16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flipH="1" flipV="1">
            <a:off x="5307435" y="2315361"/>
            <a:ext cx="430635" cy="1073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3871519" y="2004967"/>
            <a:ext cx="1346433" cy="3020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Build()</a:t>
            </a:r>
            <a:endParaRPr lang="ko-KR" altLang="en-US" dirty="0"/>
          </a:p>
        </p:txBody>
      </p:sp>
      <p:cxnSp>
        <p:nvCxnSpPr>
          <p:cNvPr id="22" name="직선 화살표 연결선 21"/>
          <p:cNvCxnSpPr/>
          <p:nvPr/>
        </p:nvCxnSpPr>
        <p:spPr>
          <a:xfrm flipH="1" flipV="1">
            <a:off x="2787940" y="2139188"/>
            <a:ext cx="1026255" cy="25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1384879" y="1979796"/>
            <a:ext cx="1275127" cy="3020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Member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1384878" y="5092106"/>
            <a:ext cx="1275127" cy="3020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Member</a:t>
            </a:r>
            <a:endParaRPr lang="ko-KR" altLang="en-US" dirty="0"/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2787940" y="4655880"/>
            <a:ext cx="3029826" cy="528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591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2025-05-03T05:30:32Z</dcterms:created>
  <dcterms:modified xsi:type="dcterms:W3CDTF">2025-05-03T05:38:21Z</dcterms:modified>
</cp:coreProperties>
</file>